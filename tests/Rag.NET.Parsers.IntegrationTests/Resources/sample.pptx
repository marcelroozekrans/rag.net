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24F1FF-EB28-1120-E71C-501DF0D09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110E37D-18F9-C7EC-C970-C954C563D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58020D1-41F5-072C-78B7-EACE7EC5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77F6F95-468E-3854-9F7B-7326A146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C7ECBE-23EC-EC5D-DBDE-AF9F55AE7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52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EA7092-E077-CEF0-A5E7-98E589E2A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F593078-9B13-BE4A-166A-C6BF124B2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6B56C4D-8D3A-F0AC-9F5B-63442EF0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1876742-E55D-1FFF-DD2C-848D7F80E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7602DCF-DB08-2536-2281-E250022D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296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355F8-EAE6-0404-80E3-79275F9B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22624B6-D2A6-42F6-9F78-7FCE1739A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ADBAB6B-E86B-A56B-BEF0-F1B7220F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EBD0517-5025-2043-8194-BB026DFD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0D8A645-8C02-E5FF-EB6B-EFD9D4EF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079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560FFE-1113-83AB-4F4B-6BF29C76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E7D0BBB-5DB1-A2F4-BBED-12EFBB38C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4B4385D-27CA-9A86-D9D8-F4A7F48A3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1A59BD6-8FEF-58E6-5091-E2CC70E03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1CACE83-1411-5528-A373-00DFF723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DF52E0B-E6AD-93E3-16DA-E27F4DF7A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1780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BED0E-D9D2-0F73-DEC7-4C454A83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F0F382-8338-9959-8D08-C6FE4D728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798A86D-F813-D07B-CD11-D2B7BD0A2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2DEDBE6-4683-90B0-679E-D46FEE187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ABD9589-9AA6-5632-B580-5385E7106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A2020D1F-A1B2-E046-47FE-791CD0B2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1DA26E9-4334-340C-145C-AEFC8D0B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CDBAC81-EE88-B040-B8EF-7EA751A5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884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07194-5861-35B4-A911-9009A01F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D8C1A0A-91FA-6C3A-E869-4B4B3D590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8B3221-1DF0-5B95-897D-8A12A8CD9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FFF2941-3874-1111-D4C1-77CE49D42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358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85F62F9-9BC8-5AC0-DCCF-CE72D2E5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A1F02027-FE69-D484-E044-BA41D20B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0FD0688-C5FE-E71B-FB78-5CAF24CF4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1214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125D6E-671F-55B7-6CF8-76712E50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EDBA165-9691-5574-7985-0BA4EFEA4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9BAC61D-AD6A-12F8-4A18-3A27801B7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48CADB9-8053-99B2-9402-EC3431BB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0073D9C-5EF7-3604-FBCA-62361C910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E389CA5-D395-3036-A466-AD96FA0F4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1386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9C5D05-F08F-7EFB-E1FD-0CAFC4DC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0DDF026-D268-D297-3157-04F5876AB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0BD53E1-3340-C12D-7E7D-404542C06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AB90418-3D4D-E830-8F92-0E23DDB5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60A68A4-C05C-8E9D-3ADF-FD99BD6A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8698500-6495-C3FF-B60C-939EE059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9235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5E5784-46E0-3F55-5F25-EA140B27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682F54A-1557-9062-70D0-080FEB7E3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C288477-FDD3-5B1D-155C-678B09DC8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A16FB53-1460-8AEE-C993-CD5E20953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ACFA94C-9E46-36AA-9FCE-E16D7477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4732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3AB056D-BD22-7C87-E9F1-15781A096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71BC48A-9C26-9AC1-6DF2-AFE46F561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21198EC-B0DC-4A3F-B412-84918E4D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7CD8E2E-357B-7BEA-A0EA-F651578F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0E59018-4AB8-30B5-F730-F9CC792DC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3085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EF5647-1285-05B3-B32D-D44DB15B5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FFC43D1-7165-E5BF-7805-1E35846DE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D69C8C9-7362-E5FA-AEEA-9C146F97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80B1AF-7682-71B5-BA0B-9F80A7CC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D1A9820-397F-3A4D-E684-42E704B23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03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84A7E20-E944-285A-5527-E8E312460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32A39CB-99DC-B53B-9989-13468F68A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DEABC87-D10D-7A07-80AF-F84868287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03621-FE67-4EB7-88D3-7701301F56EE}" type="datetimeFigureOut">
              <a:rPr lang="nl-NL" smtClean="0"/>
              <a:t>16-8-2026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EBFBF45-BD71-31ED-69E6-2FF2C7F40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3F6E36C-5BD8-DD2F-82AD-918DB264A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16B5C-99DB-4053-86C5-83C3FE66822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27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AA3691-28EF-E477-A8EE-AFD40913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Integration Test Document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890676D-DF00-04DE-3EFF-2E5931F1A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document is used for integration testing.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845129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Breedbeeld</PresentationFormat>
  <Paragraphs>2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Integration Test Document</vt:lpstr>
    </vt:vector>
  </TitlesOfParts>
  <Manager>Rag.NET integration fixtures</Manager>
  <Company>Rag.NET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Rag.NET integration fixtures</dc:creator>
  <cp:lastModifiedBy>Rag.NET integration fixtures</cp:lastModifiedBy>
  <cp:revision>1</cp:revision>
  <dcterms:created xsi:type="dcterms:W3CDTF">2026-08-16T11:12:20Z</dcterms:created>
  <dcterms:modified xsi:type="dcterms:W3CDTF">2026-08-16T11:12:20Z</dcterms:modified>
</cp:coreProperties>
</file>